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2.0814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RELIABLE &amp;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DCE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practitioner's field map of nine open problems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Short-story review of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al., TMLR 10/2025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arXiv:2602.08145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Preetam Gowri  ·  Graduate short-story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paper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in production are probabilistic systems with coupled failure modes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ship with a foundation model in 2026, you ship a system that </a:t>
            </a:r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hallucinates, leaks, drifts, gets jailbroken, and reflects training-data skew.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468880" cy="1828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2468880" cy="1097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failure modes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independent.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468880" cy="1828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194560"/>
            <a:ext cx="246888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one axis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pays in another.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468880" cy="1828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194560"/>
            <a:ext cx="24688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map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problem space.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pages. 60+ co-authors. &gt;1000 references. One field map.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023360" cy="33832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Reliable and Responsible Foundation Models: A Comprehensive Survey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Yang, Han, Bommasani, Luo, Qu, Zhou, Bibi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+ 60 more co-authors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TMLR 10/2025  ·  arXiv:2602.08145  ·  Feb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· Oxford · Stanford · NYU · UNC · Penn · ETH · UMD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new vs. prior surveys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frame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dimensions × 4 model classes — every chapter visits all four.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analysis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 connects bias↔security, privacy↔attacks, alignment↔uncertainty.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open problems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chapter ends with limitations + future directions.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nine dimensions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· Alignment · Security · Privacy · Hallucination · Uncertainty · Shift · Explainability · AIGC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pic>
        <p:nvPicPr>
          <p:cNvPr id="6" name="Image 0" descr="/sessions/zealous-funny-hawking/mnt/outputs/repo/figures/01_overview_whe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model classes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reliability problem manifests differently across them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109728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→ 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· Qwen3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88720"/>
            <a:ext cx="109728" cy="1463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MLLM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 → 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Gemini 2.5 · Claude 4 · Qwen2.5-VL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80360"/>
            <a:ext cx="109728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gen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text+ref →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· Flux · DALL-E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880360"/>
            <a:ext cx="109728" cy="1463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gen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text+ref → video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· Veo · Kling · Open-Sora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&amp; Fairness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bias categories. Three evaluation families. Three mitigation stages.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pic>
        <p:nvPicPr>
          <p:cNvPr id="6" name="Image 0" descr="/sessions/zealous-funny-hawking/mnt/outputs/repo/figures/02_bias_taxon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97280"/>
            <a:ext cx="804672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— what to remember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 dominates; trade-offs are everywhere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pejorative · linguistic diversity · normativity · misrepresentation · stereotype · hate speech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 (BBQ/StereoSet) · embedding (WEAT) · probability (likelihood gaps)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(data) · in-training (adversarial, fair RLHF) · post-processing (filter, rewrite)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amplification — bias gets worse, not better, in image generators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pretraining to inference scaffolds — and the cross-modal extension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pic>
        <p:nvPicPr>
          <p:cNvPr id="6" name="Image 0" descr="/sessions/zealous-funny-hawking/mnt/outputs/repo/figures/03_alignment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— what changed since 2022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recipes proliferated; verifier-based reward replaced reward models for many domains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+ chat data; quality &gt; quantity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/ DPO / GRPO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RL — and verifier-based variants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scaffolds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CoT, constitutional, self-critique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RL horizons exploit the reward, not the preference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/ tool-use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data is overwhelmingly single-turn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preferences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RLHF-V / POVID extend to image-text pairs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vs defenses, by model class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pic>
        <p:nvPicPr>
          <p:cNvPr id="6" name="Image 0" descr="/sessions/zealous-funny-hawking/mnt/outputs/repo/figures/04_security_thre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8412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— the over-safety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benign inputs is what users notice as 'the model being annoying'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657600" cy="33832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UNRESOLVED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↔ user experience trade-off (Yang et al. §5)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work is going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classifiers — separate LLM-based safety filter trained on explicit rules.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ShieldLM / Adversarial Prompt Shield — customizable, explainable detection.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refusal — say no with a reason, not a wall.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On-the-fly defenses — guard quality without retraining.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Memorization, extraction, model stealing — and the defenses that exist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468880" cy="32004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0160"/>
            <a:ext cx="246888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 extraction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model stealing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468880" cy="32004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80160"/>
            <a:ext cx="24688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Defenses (rigorous)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(DP-SGD)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+ homomorphic crypto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 guarantees, costly)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468880" cy="32004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80160"/>
            <a:ext cx="246888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Defenses (engineering)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cause, by model class — and the detect→mitigate 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pic>
        <p:nvPicPr>
          <p:cNvPr id="6" name="Image 0" descr="/sessions/zealous-funny-hawking/mnt/outputs/repo/figures/05_hallucination_taxon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8412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— the practical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wire up in production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9144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234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training data · exposure bias · sampling temp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78638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65960"/>
            <a:ext cx="91440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2011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SelfCheckGPT · FActScore · retrieval verifiers · learned detectors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43200"/>
            <a:ext cx="91440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2788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contrastive decoding · CoVe · factual-aware fine-tuning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520440"/>
            <a:ext cx="91440" cy="640080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66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3566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 · HaluEval · FELM · POPE (multimodal)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Aleatoric vs epistemic — and four ways to quantify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logprobs · sample variance · ensemble disagreement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temperature/Platt scaling · Bayesian heads · conformal sets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Verbalized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model to say '70% confident' calibratedly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393192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Distribution-free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without parametric assumptions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shift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 types · OOD detection · OOD generalization · domain adaptation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2023 web confidently says Messi plays for PSG. He plays for Inter Miami.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46888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246888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Covariate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shifts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46888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011680"/>
            <a:ext cx="24688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606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distribution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P(Y) shifts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46888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011680"/>
            <a:ext cx="246888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06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input↔output relation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shifts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answer: </a:t>
            </a:r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/ lifelong learning — without catastrophic forgetting in either direction.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thing the field has to a unifying lens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170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1704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gradients, SHAP, attention rollout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856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knowledge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856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probing, mechanistic interp., sparse autoencoders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Training-data role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functions, datamodels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2278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plausibility, simulatability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913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3913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audit, scientific discovery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AIGC detection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families. None robust to all attacks.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9144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/ log-likelihood gaps · LLM-as-judge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Cheap. Brittle.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7863840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94560"/>
            <a:ext cx="9144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Watermark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or learnable logit-bias schemes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paraphrasing is the new bar.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7863840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00400"/>
            <a:ext cx="9144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 on (real, generated) pairs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in-distribution. Collapses adversarially.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"Perfect detection at deployment scale is unlikely." — Yang et al. §11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dimensions collide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cross-cutting analysis is the survey's real contribution (§12)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pic>
        <p:nvPicPr>
          <p:cNvPr id="6" name="Image 0" descr="/sessions/zealous-funny-hawking/mnt/outputs/repo/figures/06_synerg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05156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specific tensions to remember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one axis costs another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× Security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143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improves robustness but degrades fairness — penalizes underrepresented groups disproportionately.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× AIGC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8562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mis-flag non-native English as AI-generated; watermark systems can compound this.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5694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× Privacy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5694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MIA, extraction, model stealing are security attacks on a privacy objective. Defenses overlap.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2826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AIGC × Society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28269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misinformation, voice cloning, hyper-personalized fraud — technical detection alone is insufficient.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9959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× Shift × Alignment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9959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a partial fix but pushes the burden to the retriever (which has its own failures).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reproduction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the survey to runnable code via the autoresearch template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evaluation harness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hallucination chapter (§7) concrete and measurable.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probes across 6 categories · open 7B chat model · LLM-judge verification.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Plumbing: </a:t>
            </a:r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 runs/ src/ data/ results/ — autoresearch template 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Top-failing categories match the survey's intrinsic-hallucination prediction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pic>
        <p:nvPicPr>
          <p:cNvPr id="6" name="Image 0" descr="/sessions/zealous-funny-hawking/mnt/outputs/repo/figures/07_results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00584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small enough to run in an afternoon; structure suitable for scale-up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probes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model under test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labels each (probe, response)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by category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+ dump JSON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ties to in the paper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vs extrinsic hallucinations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§7.3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/ judge-based detection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mitigation should focus first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bias bleeds into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survey gets right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strengths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of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chapter visits all four model classes; comparisons stay honest.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 language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 names the cross-axis tensions instead of pretending they don't exist.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Future-directions sections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chapter ends with concrete open questions you can scope work against.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push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areas thinner than their 2026 importance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91440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safety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tool use is barely covered — most new failure modes live there.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91440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Long-context regimes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/ hallucination / attention drift change qualitatively past 32k tokens.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91440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models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/ R1 / Qwen3 family has its own alignment + uncertainty profile not analyzed.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168 pages efficiently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through the survey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minutes — extract signal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§1 + §12 (frame).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your failure-mode chapter.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Tables 1, 2, 3.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"limitations" subsection.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weekend — make it stick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whole.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chapter, write your own one-page taxonomy.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tiny experiment for one dimension.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§12 with your notes open.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takeaway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optimize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dimension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paying in another.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benchmarks. Joint mitigations. Honest trade-off accounting.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for the assignment lives in one public GitHub directory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article/article.md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4,000-word Medium piece (publish from this)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slides/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.pptx + .pdf + SlideShare-ready export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video/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script + recorded mp4 + YouTube link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autoresearch/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configs · src · data · results · notebook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figures/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original SVG + PNG diagrams used in article + slides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paper/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2602.08145v1.pdf (the original survey)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60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2025/2026 — TMLR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7406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Yang, X., Han, J., Bommasani, R., Luo, J., Qu, W., Zhou, W., Bibi, A., Wang, X., Yoon, J., Stengel-Eskin, E., et al. (2025).
</a:t>
            </a:r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and Responsible Foundation Models: A Comprehensive Survey.
</a:t>
            </a:r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on Machine Learning Research, 10/2025.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arXiv:2602.08145 — </a:t>
            </a:r>
            <a:pPr indent="0" marL="0">
              <a:buNone/>
            </a:pPr>
            <a:r>
              <a:rPr lang="en-US" sz="1400" u="sng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https://arxiv.org/abs/2602.08145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Companion artifacts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article · SlideShare · YouTube walkthrough · GitHub repo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critique, and corrections welcome.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Preetam Gowri  ·  Short-story assignment  · 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Reliable &amp; Responsible Foundation Models — A Field Map</dc:title>
  <dc:subject>PptxGenJS Presentation</dc:subject>
  <dc:creator>Preetam Gowri</dc:creator>
  <cp:lastModifiedBy>Preetam Gowri</cp:lastModifiedBy>
  <cp:revision>1</cp:revision>
  <dcterms:created xsi:type="dcterms:W3CDTF">2026-05-09T18:59:12Z</dcterms:created>
  <dcterms:modified xsi:type="dcterms:W3CDTF">2026-05-09T18:59:12Z</dcterms:modified>
</cp:coreProperties>
</file>